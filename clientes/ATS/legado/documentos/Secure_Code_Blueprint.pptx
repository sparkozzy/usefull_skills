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F3F7D435F7A145B835102DBAC704DD" ma:contentTypeVersion="16" ma:contentTypeDescription="Crie um novo documento." ma:contentTypeScope="" ma:versionID="33768773e6fb6a69bb4e67fe038bf5ba">
  <xsd:schema xmlns:xsd="http://www.w3.org/2001/XMLSchema" xmlns:xs="http://www.w3.org/2001/XMLSchema" xmlns:p="http://schemas.microsoft.com/office/2006/metadata/properties" xmlns:ns2="699d2125-8efc-455e-9ad2-056c7588d73d" xmlns:ns3="f53e2098-6873-4071-a17d-bd0d431aa135" targetNamespace="http://schemas.microsoft.com/office/2006/metadata/properties" ma:root="true" ma:fieldsID="1172639e41b683c220be4c868c4f8276" ns2:_="" ns3:_="">
    <xsd:import namespace="699d2125-8efc-455e-9ad2-056c7588d73d"/>
    <xsd:import namespace="f53e2098-6873-4071-a17d-bd0d431aa1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d2125-8efc-455e-9ad2-056c7588d7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ec0efb-c0fe-41bd-94a3-0157a8cf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e2098-6873-4071-a17d-bd0d431aa13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b54e3aa-2f09-43ea-88dc-f00486a1b701}" ma:internalName="TaxCatchAll" ma:showField="CatchAllData" ma:web="f53e2098-6873-4071-a17d-bd0d431aa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9d2125-8efc-455e-9ad2-056c7588d73d">
      <Terms xmlns="http://schemas.microsoft.com/office/infopath/2007/PartnerControls"/>
    </lcf76f155ced4ddcb4097134ff3c332f>
    <TaxCatchAll xmlns="f53e2098-6873-4071-a17d-bd0d431aa135" xsi:nil="true"/>
  </documentManagement>
</p:properties>
</file>

<file path=customXml/itemProps1.xml><?xml version="1.0" encoding="utf-8"?>
<ds:datastoreItem xmlns:ds="http://schemas.openxmlformats.org/officeDocument/2006/customXml" ds:itemID="{D1E0CFE6-FDDD-497C-9A1B-B967612188B2}"/>
</file>

<file path=customXml/itemProps2.xml><?xml version="1.0" encoding="utf-8"?>
<ds:datastoreItem xmlns:ds="http://schemas.openxmlformats.org/officeDocument/2006/customXml" ds:itemID="{FBB03570-FBFE-4C9C-9FA4-52C83CA41A2C}"/>
</file>

<file path=customXml/itemProps3.xml><?xml version="1.0" encoding="utf-8"?>
<ds:datastoreItem xmlns:ds="http://schemas.openxmlformats.org/officeDocument/2006/customXml" ds:itemID="{4897ABE1-C9E4-4D29-8EA3-6482F108AE0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0x01010081F3F7D435F7A145B835102DBAC704DD</vt:lpwstr>
  </property>
</Properties>
</file>