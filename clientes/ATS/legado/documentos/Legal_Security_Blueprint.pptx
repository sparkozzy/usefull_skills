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8" Type="http://schemas.openxmlformats.org/officeDocument/2006/relationships/slide" Target="slides/slide3.xml"/><Relationship Id="rId3" Type="http://schemas.openxmlformats.org/officeDocument/2006/relationships/viewProps" Target="viewProps.xml"/><Relationship Id="rId21" Type="http://schemas.openxmlformats.org/officeDocument/2006/relationships/customXml" Target="../customXml/item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7" Type="http://schemas.openxmlformats.org/officeDocument/2006/relationships/slide" Target="slides/slide2.xml"/><Relationship Id="rId16" Type="http://schemas.openxmlformats.org/officeDocument/2006/relationships/slide" Target="slides/slide11.xml"/><Relationship Id="rId2" Type="http://schemas.openxmlformats.org/officeDocument/2006/relationships/presProps" Target="pres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5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4" Type="http://schemas.openxmlformats.org/officeDocument/2006/relationships/theme" Target="theme/theme1.xml"/><Relationship Id="rId9" Type="http://schemas.openxmlformats.org/officeDocument/2006/relationships/slide" Target="slides/slide4.xml"/><Relationship Id="rId22" Type="http://schemas.openxmlformats.org/officeDocument/2006/relationships/customXml" Target="../customXml/item3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1F3F7D435F7A145B835102DBAC704DD" ma:contentTypeVersion="16" ma:contentTypeDescription="Crie um novo documento." ma:contentTypeScope="" ma:versionID="33768773e6fb6a69bb4e67fe038bf5ba">
  <xsd:schema xmlns:xsd="http://www.w3.org/2001/XMLSchema" xmlns:xs="http://www.w3.org/2001/XMLSchema" xmlns:p="http://schemas.microsoft.com/office/2006/metadata/properties" xmlns:ns2="699d2125-8efc-455e-9ad2-056c7588d73d" xmlns:ns3="f53e2098-6873-4071-a17d-bd0d431aa135" targetNamespace="http://schemas.microsoft.com/office/2006/metadata/properties" ma:root="true" ma:fieldsID="1172639e41b683c220be4c868c4f8276" ns2:_="" ns3:_="">
    <xsd:import namespace="699d2125-8efc-455e-9ad2-056c7588d73d"/>
    <xsd:import namespace="f53e2098-6873-4071-a17d-bd0d431aa1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9d2125-8efc-455e-9ad2-056c7588d73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8" nillable="true" ma:taxonomy="true" ma:internalName="lcf76f155ced4ddcb4097134ff3c332f" ma:taxonomyFieldName="MediaServiceImageTags" ma:displayName="Marcações de imagem" ma:readOnly="false" ma:fieldId="{5cf76f15-5ced-4ddc-b409-7134ff3c332f}" ma:taxonomyMulti="true" ma:sspId="11ec0efb-c0fe-41bd-94a3-0157a8cf374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3e2098-6873-4071-a17d-bd0d431aa135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7b54e3aa-2f09-43ea-88dc-f00486a1b701}" ma:internalName="TaxCatchAll" ma:showField="CatchAllData" ma:web="f53e2098-6873-4071-a17d-bd0d431aa13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99d2125-8efc-455e-9ad2-056c7588d73d">
      <Terms xmlns="http://schemas.microsoft.com/office/infopath/2007/PartnerControls"/>
    </lcf76f155ced4ddcb4097134ff3c332f>
    <TaxCatchAll xmlns="f53e2098-6873-4071-a17d-bd0d431aa135" xsi:nil="true"/>
  </documentManagement>
</p:properties>
</file>

<file path=customXml/itemProps1.xml><?xml version="1.0" encoding="utf-8"?>
<ds:datastoreItem xmlns:ds="http://schemas.openxmlformats.org/officeDocument/2006/customXml" ds:itemID="{54C72953-D7EE-406F-907A-4E1063540D6A}"/>
</file>

<file path=customXml/itemProps2.xml><?xml version="1.0" encoding="utf-8"?>
<ds:datastoreItem xmlns:ds="http://schemas.openxmlformats.org/officeDocument/2006/customXml" ds:itemID="{DD1FBA0D-7787-4C08-9A6B-F2C80FA2C4A1}"/>
</file>

<file path=customXml/itemProps3.xml><?xml version="1.0" encoding="utf-8"?>
<ds:datastoreItem xmlns:ds="http://schemas.openxmlformats.org/officeDocument/2006/customXml" ds:itemID="{D2AE8959-1B1B-4080-8463-4388B5BF4F3C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created xsi:type="dcterms:W3CDTF">2006-08-16T00:00:00Z</dcterms:created>
  <dcterms:modified xsi:type="dcterms:W3CDTF">2011-08-01T06:04:30Z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0x01010081F3F7D435F7A145B835102DBAC704DD</vt:lpwstr>
  </property>
</Properties>
</file>